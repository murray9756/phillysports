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PHILLYSPORTS.COM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0B0B0"/>
                </a:solidFill>
              </a:rPr>
              <a:t>Where the Diehards, Play Hard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</a:rPr>
              <a:t>PRE-SEED FUNDING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$250,000 - $500,000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The All-in-One Platform for Philadelphia Sports Fans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Philly sports fans are FRAGMENTED across generic platforms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ESPN, Reddit, Twitter - none built FOR Philadelphia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🔇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No dedicated hub combining news + community + engagement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Local content creators struggle to monetize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2A2A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6.2 MILLION people in Philly metro with NO dedicated sports platform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</a:rPr>
              <a:t>PhillySports.com is the ALL-IN-ONE platform for Philly sports fans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CURATED CONTENT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Hand-picked news, podcasts, videos from 50+ 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41148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</a:rPr>
              <a:t>REAL-TIME COMMUNITY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Forums, live game threads, clubs, watch parties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GAMIFICATION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Diehard Dollars, badges, leaderboards, daily rewards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68880"/>
            <a:ext cx="41148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95E1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542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E1D3"/>
                </a:solidFill>
              </a:rPr>
              <a:t>GAMING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Poker, fantasy, pools, trivia, predictions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1148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F381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56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181"/>
                </a:solidFill>
              </a:rPr>
              <a:t>COMMERCE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Shop, marketplace, raffles, merchandise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383280"/>
            <a:ext cx="41148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AA96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456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96DA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iOS + Android with push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004C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4C54"/>
                </a:solidFill>
              </a:rPr>
              <a:t>6.2M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Philly Metro Population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20116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0000"/>
                </a:solidFill>
              </a:rPr>
              <a:t>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5176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Major Pro Teams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$22B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US Sports Media Market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20116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CDC4"/>
                </a:solidFill>
              </a:rPr>
              <a:t>#1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4088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Most Passionate Fanbase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WHY HYPER-LOCAL WINS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 National platforms can't replicate local passion and knowledge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 Philly fans have unique culture - "Diehard" identity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 Defensible niche - hard for competitors to enter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434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 Expandable model to other sports cities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THE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</a:rPr>
              <a:t>158,744 Lines of Code  |  239 API Endpoints  |  69 Pages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HOMEPAGE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</a:rPr>
              <a:t>Curated news feed with curator reviews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7432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PAGES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</a:rPr>
              <a:t>Eagles, Phillies, Sixers, Flyers + College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7432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</a:rPr>
              <a:t>Real-time tournaments &amp; cash games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</a:rPr>
              <a:t>Forums, chat, clubs, watch parties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7432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8328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</a:rPr>
              <a:t>React Native iOS + Android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3017520"/>
            <a:ext cx="27432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30936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</a:rPr>
              <a:t>Content curation &amp; moderation tools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</a:rPr>
              <a:t>Visit: phillysports.com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B0B0"/>
                </a:solidFill>
              </a:rPr>
              <a:t>Early Stage - Building Foundation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65760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100%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Full-featured MVP complete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365760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239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Endpoints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Comprehensive backend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365760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Ready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iOS pending approval, Android built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365760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50+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Content Sources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RSS feeds integrated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0B0"/>
                </a:solidFill>
              </a:rPr>
              <a:t>* User metrics to be updated with actual data post-launch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Revenue Stream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1005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Pricing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1005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Mix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Premium Memberships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</a:rPr>
              <a:t>$4.99-$9.99/mo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Ad-free, bonuses, @phillysports.com 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Affiliate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</a:rPr>
              <a:t>$50-200 CPA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Sportsbooks, merchandise, tickets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Advertising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</a:rPr>
              <a:t>$2-25 RPM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Display ads, sponsored content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Virtual Currency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</a:rPr>
              <a:t>$0.99-9.99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Diehard Dollar packs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Marketplace Fees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</a:rPr>
              <a:t>10% fee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User-to-user transactions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Target ARPU: $0.50-$2.00/month  |  Break-even: 50K-100K MAU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GO-TO-MARKET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PHASE 1: LAUNCH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Soft launch to Philly sports communities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Reddit r/eagles, r/phillies, r/sixers, r/flyers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Twitter/X sports accounts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App store launch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74320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PHASE 2: GROW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Local sports radio partnerships (WIP, 97.5)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Content creator collaborations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SEO for "Philly sports" keywords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Referral program with DD rewards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274320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PHASE 3: 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Paid social ads (targeted)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Local event sponsorships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Partnership with local businesses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3291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Expand to college sports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</a:rPr>
              <a:t>CAC Target: $2-5 (organic-heavy strategy)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COMPETITIVE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7744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PhillySports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0B0"/>
                </a:solidFill>
              </a:rPr>
              <a:t>Crossing Broad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0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0B0"/>
                </a:solidFill>
              </a:rPr>
              <a:t>Reddit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0B0"/>
                </a:solidFill>
              </a:rPr>
              <a:t>ESPN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B0B0"/>
                </a:solidFill>
              </a:rPr>
              <a:t>Team Sites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99032"/>
            <a:ext cx="8595360" cy="3657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Philly-Only Focus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417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417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1417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~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417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1417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~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783080"/>
            <a:ext cx="8595360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801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Curated Content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1801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1801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~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801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1801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18013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167128"/>
            <a:ext cx="8595360" cy="3657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1854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Community/Forums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551176"/>
            <a:ext cx="8595360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569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Gamification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77440" y="2569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2569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2569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2569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63840" y="2569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2935224"/>
            <a:ext cx="8595360" cy="3657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953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Gaming (Poker/Fantasy)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77440" y="29535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29535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20640" y="29535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29535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0" y="29535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319272"/>
            <a:ext cx="8595360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Mobile App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77440" y="3337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49040" y="3337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20640" y="3337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92240" y="3337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863840" y="3337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703320"/>
            <a:ext cx="8595360" cy="36576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3721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Virtual Currency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377440" y="3721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749040" y="3721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20640" y="3721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92240" y="3721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863840" y="3721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087368"/>
            <a:ext cx="8595360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1056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Marketplace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377440" y="41056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749040" y="41056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120640" y="41056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92240" y="41056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863840" y="41056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PhillySports.com is the ONLY all-in-one platform built exclusively for Philadelphia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TECHNOLOGY &amp; MOAT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158,744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Lines of 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</a:rPr>
              <a:t>239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517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</a:rPr>
              <a:t>69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HTML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96DA"/>
                </a:solidFill>
              </a:rPr>
              <a:t>64,708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04088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Mobile App Lines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Frontend: HTML5, CSS3, Vanilla JavaScript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Backend: Node.js, Vercel Serverless Functions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Database: MongoDB Atlas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Real-time: Pusher Channels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Payments: Stripe + PayPal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Mobile: React Native + Expo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COMPETITIVE MOAT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🏈  Hyper-local focus - national players can't replicate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70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💎  Gamification creates switching costs (Diehard Dollars, badges)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7183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👥  Community network effects - value grows with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0657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📊  First-mover advantage in dedicated Philly sports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THE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1097280"/>
            <a:ext cx="1828800" cy="182880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</a:rPr>
              <a:t>FOUNDER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[Your Name Here]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</a:rPr>
              <a:t>Solo Founder &amp; Developer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Built entire platform (158K+ lines of code)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Lifelong Philadelphia sports fan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Deep understanding of the target market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• Technical expertise in full-stack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FINANCIAL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608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YEAR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3776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YEAR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944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YEAR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595360" cy="50292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Monthly Active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10,000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50,000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150,000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859536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Premium Subscribers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200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2,500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12,000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8595360" cy="50292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Annual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$25,000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$180,000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$720,000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859536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Monthly Burn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$15,000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$25,000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$40,000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8595360" cy="50292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Net Income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($155K)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($120K)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$240,000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B0"/>
                </a:solidFill>
              </a:rPr>
              <a:t>Path to profitability: Year 3 with 150K MAU and 8% premium conversion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</a:rPr>
              <a:t>$250,000 - $500,000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PRE-SEED FUNDING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OF FUNDS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256032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Product Development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2834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40%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$100-200K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1920240" cy="3657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Marketing &amp; User Acquisition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3291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30%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3291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$75-150K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960120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Operations &amp; Infrastructure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3749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$37-75K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640080" cy="365760"/>
          </a:xfrm>
          <a:prstGeom prst="rect">
            <a:avLst/>
          </a:prstGeom>
          <a:solidFill>
            <a:srgbClr val="AA96D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Legal &amp; Admin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4206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96DA"/>
                </a:solidFill>
              </a:rPr>
              <a:t>10%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$25-50K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663440"/>
            <a:ext cx="320040" cy="365760"/>
          </a:xfrm>
          <a:prstGeom prst="rect">
            <a:avLst/>
          </a:prstGeom>
          <a:solidFill>
            <a:srgbClr val="95E1D3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Reserve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E1D3"/>
                </a:solidFill>
              </a:rPr>
              <a:t>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4663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$12-25K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0"/>
                </a:solidFill>
              </a:rPr>
              <a:t>LET'S BUILD THE FUTURE OF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</a:rPr>
              <a:t>PHILLY SPORTS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0"/>
                </a:solidFill>
              </a:rPr>
              <a:t>TOGETHER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phillysports.com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[your@email.com]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</a:rPr>
              <a:t>[Your Phone Number]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PhillySports.com - Pre-Seed Pitch Deck</dc:title>
  <dc:subject>Investor Pitch Deck</dc:subject>
  <dc:creator>PhillySports.com</dc:creator>
  <cp:lastModifiedBy>PhillySports.com</cp:lastModifiedBy>
  <cp:revision>1</cp:revision>
  <dcterms:created xsi:type="dcterms:W3CDTF">2026-01-19T01:32:31Z</dcterms:created>
  <dcterms:modified xsi:type="dcterms:W3CDTF">2026-01-19T01:32:31Z</dcterms:modified>
</cp:coreProperties>
</file>