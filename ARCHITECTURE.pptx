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PHILLYSPORTS.COM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0B0B0"/>
                </a:solidFill>
              </a:rPr>
              <a:t>Where the Diehards, Play Hard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0000"/>
                </a:solidFill>
              </a:rPr>
              <a:t>~158,744 Lines of Code | 239 API Endpoints | 69 HTML Pages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6888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HTML5, CSS3, Vanilla JavaScript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Node.js, Vercel Serverless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MongoDB Atlas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Pusher Channels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Payments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Stripe, PayPal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Auth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JWT (HttpOnly Cookies), bcrypt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Mobile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React Native, Expo, TypeScript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Hosting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4526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Vercel (CDN + Edge Functions)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84048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BROWSER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69 HTML Pages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Vanilla 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Shared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8288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05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React Native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Expo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iOS + Android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859536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VERCEL EDGE (CDN + Serverless)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239 API Endpoints: Auth, Content, Gaming, Community, Commerce, Admin, Coins, Sports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25603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</a:rPr>
              <a:t>MONGODB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Users, Content,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Gaming, Commerce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931920"/>
            <a:ext cx="25603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PUSHER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297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Real-time Chat,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Game Threads, Poker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931920"/>
            <a:ext cx="292608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EXTERNAL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4297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Stripe, PayPal, ESPN,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Google AdSense, RSS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0000"/>
                </a:solidFill>
              </a:rPr>
              <a:t>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</a:rPr>
              <a:t>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</a:rPr>
              <a:t>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</a:rPr>
              <a:t>▼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API ENDPOINTS (239 Total)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AUTH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/login, /register, /logout, /me, /profile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/content, /articles, /curated, /sources, /live-ticker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</a:rPr>
              <a:t>GAMING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/poker, /fantasy, /pools, /trivia, /predictions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95E1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E1D3"/>
                </a:solidFill>
              </a:rPr>
              <a:t>COMMUNITY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/forums, /clubs, /chat, /tailgates, /watch-party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F381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181"/>
                </a:solidFill>
              </a:rPr>
              <a:t>COMMERCE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/shop, /marketplace, /orders, /raffles, /membership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AA96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96DA"/>
                </a:solidFill>
              </a:rPr>
              <a:t>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/admin/*, /content/*, /users, /stats, /moderate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COINS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/coins, /daily-bonus, /leaderboard, /badges, /rewards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1148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</a:rPr>
              <a:t>SPORTS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</a:rPr>
              <a:t>/scores, /schedules, /standings, /game-thread, /teams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DATA 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→ /api/auth/login → JWT Token (HttpOnly Cookie) → Authenticated Requests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CONTENT CURATION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RSS Feeds → /api/admin/content/queue/fetch → Admin Review → /api/content (Published)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Action → API → Pusher Trigger → All Connected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PAYMENTS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→ Stripe/PayPal → Webhook → /api/webhooks/* → Update DB → Confirmation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GAMIFICATION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Action → Earn Diehard Dollars → Update Balance → Unlock Badges/Rewards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Content Curation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Admin-curated news from multiple sources with editorial reviews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Gamification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280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Diehard Dollars virtual currency, badges, daily bonuses, leaderboards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Live game threads, chat, poker tables via Pusher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Commerce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560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Shop, marketplace, raffles with Stripe/PayPal payments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Forums, clubs, watch parties, tailgates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Full-featured React Native app with biometric auth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BY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158,744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Lines of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239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API Endpoints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69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HTML Pages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245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JavaScript Files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64,708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6576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Mobile App Lines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700"/>
                </a:solidFill>
              </a:rPr>
              <a:t>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 Teams Covered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PhillySports.com Architecture</dc:title>
  <dc:subject>System Architecture Overview</dc:subject>
  <dc:creator>PhillySports.com</dc:creator>
  <cp:lastModifiedBy>PhillySports.com</cp:lastModifiedBy>
  <cp:revision>1</cp:revision>
  <dcterms:created xsi:type="dcterms:W3CDTF">2026-01-19T01:22:47Z</dcterms:created>
  <dcterms:modified xsi:type="dcterms:W3CDTF">2026-01-19T01:22:47Z</dcterms:modified>
</cp:coreProperties>
</file>